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4293" r:id="rId2"/>
    <p:sldId id="4336" r:id="rId3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6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726"/>
    <a:srgbClr val="F8F8F8"/>
    <a:srgbClr val="ED5704"/>
    <a:srgbClr val="0066FF"/>
    <a:srgbClr val="F0440E"/>
    <a:srgbClr val="262626"/>
    <a:srgbClr val="F14B17"/>
    <a:srgbClr val="13223D"/>
    <a:srgbClr val="1C3158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3054" autoAdjust="0"/>
  </p:normalViewPr>
  <p:slideViewPr>
    <p:cSldViewPr snapToGrid="0" showGuides="1">
      <p:cViewPr varScale="1">
        <p:scale>
          <a:sx n="97" d="100"/>
          <a:sy n="97" d="100"/>
        </p:scale>
        <p:origin x="1554" y="78"/>
      </p:cViewPr>
      <p:guideLst>
        <p:guide orient="horz" pos="2356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2667-BEA3-41DB-A98A-301AAB11EFD5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FB9CB-B271-4796-A583-5CEF57531F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52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7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62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70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22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68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6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56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19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5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63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58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F7511-ABC4-4E37-A9B9-B836EF28439B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A0D28-0EB2-4346-B1AE-5EBAF6F4CB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73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AB0AE5A-C5E5-4D3D-8E0F-55B9CCC740C4}"/>
              </a:ext>
            </a:extLst>
          </p:cNvPr>
          <p:cNvSpPr txBox="1"/>
          <p:nvPr/>
        </p:nvSpPr>
        <p:spPr>
          <a:xfrm>
            <a:off x="2334540" y="6428890"/>
            <a:ext cx="5700600" cy="702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968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3968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會議報告</a:t>
            </a:r>
            <a:r>
              <a:rPr lang="en-US" altLang="zh-TW" sz="3968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2023.01.05</a:t>
            </a:r>
            <a:endParaRPr lang="zh-TW" altLang="en-US" sz="3968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D2F45A-4547-4ED4-BA6C-253D000B2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54" y="5156968"/>
            <a:ext cx="8809703" cy="82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9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9C740B0-DEA0-4152-97F9-B79923B85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9" y="281105"/>
            <a:ext cx="5122067" cy="4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2100</TotalTime>
  <Words>4</Words>
  <Application>Microsoft Office PowerPoint</Application>
  <PresentationFormat>自訂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>金科電子股份有限公司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Kelly Hung</dc:creator>
  <cp:lastModifiedBy>李祥鉞</cp:lastModifiedBy>
  <cp:revision>210</cp:revision>
  <dcterms:created xsi:type="dcterms:W3CDTF">2020-03-11T10:01:43Z</dcterms:created>
  <dcterms:modified xsi:type="dcterms:W3CDTF">2023-02-20T02:32:45Z</dcterms:modified>
</cp:coreProperties>
</file>