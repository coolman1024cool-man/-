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21599525" cx="125999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6" roundtripDataSignature="AMtx7mhoprgGWvUct3Iy5B/WDibg1e4O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944999" y="3534924"/>
            <a:ext cx="10709990" cy="75198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68"/>
              <a:buFont typeface="Calibri"/>
              <a:buNone/>
              <a:defRPr sz="8268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1574999" y="11344752"/>
            <a:ext cx="9449991" cy="52148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3307"/>
              <a:buNone/>
              <a:defRPr sz="3307"/>
            </a:lvl1pPr>
            <a:lvl2pPr lvl="1" algn="ctr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2756"/>
              <a:buNone/>
              <a:defRPr sz="2756"/>
            </a:lvl2pPr>
            <a:lvl3pPr lvl="2" algn="ctr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2480"/>
              <a:buNone/>
              <a:defRPr sz="2480"/>
            </a:lvl3pPr>
            <a:lvl4pPr lvl="3" algn="ctr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2205"/>
              <a:buNone/>
              <a:defRPr sz="2205"/>
            </a:lvl4pPr>
            <a:lvl5pPr lvl="4" algn="ctr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2205"/>
              <a:buNone/>
              <a:defRPr sz="2205"/>
            </a:lvl5pPr>
            <a:lvl6pPr lvl="5" algn="ctr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2205"/>
              <a:buNone/>
              <a:defRPr sz="2205"/>
            </a:lvl6pPr>
            <a:lvl7pPr lvl="6" algn="ctr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2205"/>
              <a:buNone/>
              <a:defRPr sz="2205"/>
            </a:lvl7pPr>
            <a:lvl8pPr lvl="7" algn="ctr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2205"/>
              <a:buNone/>
              <a:defRPr sz="2205"/>
            </a:lvl8pPr>
            <a:lvl9pPr lvl="8" algn="ctr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2205"/>
              <a:buNone/>
              <a:defRPr sz="2205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866249" y="20019564"/>
            <a:ext cx="2834997" cy="1149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4173746" y="20019564"/>
            <a:ext cx="4252496" cy="1149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898742" y="20019564"/>
            <a:ext cx="2834997" cy="1149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866249" y="1149979"/>
            <a:ext cx="10867490" cy="4174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866249" y="5749874"/>
            <a:ext cx="10867490" cy="137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866249" y="20019564"/>
            <a:ext cx="2834997" cy="1149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4173746" y="20019564"/>
            <a:ext cx="4252496" cy="1149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898742" y="20019564"/>
            <a:ext cx="2834997" cy="1149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859687" y="5384888"/>
            <a:ext cx="10867490" cy="898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68"/>
              <a:buFont typeface="Calibri"/>
              <a:buNone/>
              <a:defRPr sz="8268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859687" y="14454688"/>
            <a:ext cx="10867490" cy="47248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3307"/>
              <a:buNone/>
              <a:defRPr sz="3307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rgbClr val="888888"/>
              </a:buClr>
              <a:buSzPts val="2756"/>
              <a:buNone/>
              <a:defRPr sz="2756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rgbClr val="888888"/>
              </a:buClr>
              <a:buSzPts val="2480"/>
              <a:buNone/>
              <a:defRPr sz="248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rgbClr val="888888"/>
              </a:buClr>
              <a:buSzPts val="2205"/>
              <a:buNone/>
              <a:defRPr sz="2205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rgbClr val="888888"/>
              </a:buClr>
              <a:buSzPts val="2205"/>
              <a:buNone/>
              <a:defRPr sz="2205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rgbClr val="888888"/>
              </a:buClr>
              <a:buSzPts val="2205"/>
              <a:buNone/>
              <a:defRPr sz="2205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rgbClr val="888888"/>
              </a:buClr>
              <a:buSzPts val="2205"/>
              <a:buNone/>
              <a:defRPr sz="2205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rgbClr val="888888"/>
              </a:buClr>
              <a:buSzPts val="2205"/>
              <a:buNone/>
              <a:defRPr sz="2205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rgbClr val="888888"/>
              </a:buClr>
              <a:buSzPts val="2205"/>
              <a:buNone/>
              <a:defRPr sz="2205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866249" y="20019564"/>
            <a:ext cx="2834997" cy="1149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4173746" y="20019564"/>
            <a:ext cx="4252496" cy="1149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898742" y="20019564"/>
            <a:ext cx="2834997" cy="1149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866249" y="1149979"/>
            <a:ext cx="10867490" cy="4174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866249" y="5749874"/>
            <a:ext cx="5354995" cy="137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6378744" y="5749874"/>
            <a:ext cx="5354995" cy="137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866249" y="20019564"/>
            <a:ext cx="2834997" cy="1149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4173746" y="20019564"/>
            <a:ext cx="4252496" cy="1149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898742" y="20019564"/>
            <a:ext cx="2834997" cy="1149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867890" y="1149979"/>
            <a:ext cx="10867490" cy="4174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867892" y="5294885"/>
            <a:ext cx="5330385" cy="259494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3307"/>
              <a:buNone/>
              <a:defRPr b="1" sz="3307"/>
            </a:lvl1pPr>
            <a:lvl2pPr indent="-228600" lvl="1" marL="9144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2756"/>
              <a:buNone/>
              <a:defRPr b="1" sz="2756"/>
            </a:lvl2pPr>
            <a:lvl3pPr indent="-228600" lvl="2" marL="13716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2480"/>
              <a:buNone/>
              <a:defRPr b="1" sz="2480"/>
            </a:lvl3pPr>
            <a:lvl4pPr indent="-228600" lvl="3" marL="18288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2205"/>
              <a:buNone/>
              <a:defRPr b="1" sz="2205"/>
            </a:lvl4pPr>
            <a:lvl5pPr indent="-228600" lvl="4" marL="22860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2205"/>
              <a:buNone/>
              <a:defRPr b="1" sz="2205"/>
            </a:lvl5pPr>
            <a:lvl6pPr indent="-228600" lvl="5" marL="27432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2205"/>
              <a:buNone/>
              <a:defRPr b="1" sz="2205"/>
            </a:lvl6pPr>
            <a:lvl7pPr indent="-228600" lvl="6" marL="32004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2205"/>
              <a:buNone/>
              <a:defRPr b="1" sz="2205"/>
            </a:lvl7pPr>
            <a:lvl8pPr indent="-228600" lvl="7" marL="36576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2205"/>
              <a:buNone/>
              <a:defRPr b="1" sz="2205"/>
            </a:lvl8pPr>
            <a:lvl9pPr indent="-228600" lvl="8" marL="41148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2205"/>
              <a:buNone/>
              <a:defRPr b="1" sz="2205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867892" y="7889827"/>
            <a:ext cx="5330385" cy="116047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6378745" y="5294885"/>
            <a:ext cx="5356636" cy="259494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3307"/>
              <a:buNone/>
              <a:defRPr b="1" sz="3307"/>
            </a:lvl1pPr>
            <a:lvl2pPr indent="-228600" lvl="1" marL="9144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2756"/>
              <a:buNone/>
              <a:defRPr b="1" sz="2756"/>
            </a:lvl2pPr>
            <a:lvl3pPr indent="-228600" lvl="2" marL="13716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2480"/>
              <a:buNone/>
              <a:defRPr b="1" sz="2480"/>
            </a:lvl3pPr>
            <a:lvl4pPr indent="-228600" lvl="3" marL="18288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2205"/>
              <a:buNone/>
              <a:defRPr b="1" sz="2205"/>
            </a:lvl4pPr>
            <a:lvl5pPr indent="-228600" lvl="4" marL="22860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2205"/>
              <a:buNone/>
              <a:defRPr b="1" sz="2205"/>
            </a:lvl5pPr>
            <a:lvl6pPr indent="-228600" lvl="5" marL="27432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2205"/>
              <a:buNone/>
              <a:defRPr b="1" sz="2205"/>
            </a:lvl6pPr>
            <a:lvl7pPr indent="-228600" lvl="6" marL="32004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2205"/>
              <a:buNone/>
              <a:defRPr b="1" sz="2205"/>
            </a:lvl7pPr>
            <a:lvl8pPr indent="-228600" lvl="7" marL="36576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2205"/>
              <a:buNone/>
              <a:defRPr b="1" sz="2205"/>
            </a:lvl8pPr>
            <a:lvl9pPr indent="-228600" lvl="8" marL="41148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2205"/>
              <a:buNone/>
              <a:defRPr b="1" sz="2205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6378745" y="7889827"/>
            <a:ext cx="5356636" cy="116047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866249" y="20019564"/>
            <a:ext cx="2834997" cy="1149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4173746" y="20019564"/>
            <a:ext cx="4252496" cy="1149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898742" y="20019564"/>
            <a:ext cx="2834997" cy="1149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866249" y="1149979"/>
            <a:ext cx="10867490" cy="4174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866249" y="20019564"/>
            <a:ext cx="2834997" cy="1149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173746" y="20019564"/>
            <a:ext cx="4252496" cy="1149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898742" y="20019564"/>
            <a:ext cx="2834997" cy="1149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866249" y="20019564"/>
            <a:ext cx="2834997" cy="1149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4173746" y="20019564"/>
            <a:ext cx="4252496" cy="1149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898742" y="20019564"/>
            <a:ext cx="2834997" cy="1149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內容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867890" y="1439968"/>
            <a:ext cx="4063824" cy="503988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10"/>
              <a:buFont typeface="Calibri"/>
              <a:buNone/>
              <a:defRPr sz="441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5356636" y="3109937"/>
            <a:ext cx="6378744" cy="15349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08635" lvl="0" marL="4572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4410"/>
              <a:buChar char="•"/>
              <a:defRPr sz="4410"/>
            </a:lvl1pPr>
            <a:lvl2pPr indent="-473583" lvl="1" marL="9144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3858"/>
              <a:buChar char="•"/>
              <a:defRPr sz="3858"/>
            </a:lvl2pPr>
            <a:lvl3pPr indent="-438594" lvl="2" marL="13716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3307"/>
              <a:buChar char="•"/>
              <a:defRPr sz="3307"/>
            </a:lvl3pPr>
            <a:lvl4pPr indent="-403606" lvl="3" marL="18288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2756"/>
              <a:buChar char="•"/>
              <a:defRPr sz="2756"/>
            </a:lvl4pPr>
            <a:lvl5pPr indent="-403606" lvl="4" marL="22860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2756"/>
              <a:buChar char="•"/>
              <a:defRPr sz="2756"/>
            </a:lvl5pPr>
            <a:lvl6pPr indent="-403606" lvl="5" marL="27432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2756"/>
              <a:buChar char="•"/>
              <a:defRPr sz="2756"/>
            </a:lvl6pPr>
            <a:lvl7pPr indent="-403606" lvl="6" marL="32004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2756"/>
              <a:buChar char="•"/>
              <a:defRPr sz="2756"/>
            </a:lvl7pPr>
            <a:lvl8pPr indent="-403606" lvl="7" marL="36576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2756"/>
              <a:buChar char="•"/>
              <a:defRPr sz="2756"/>
            </a:lvl8pPr>
            <a:lvl9pPr indent="-403606" lvl="8" marL="41148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2756"/>
              <a:buChar char="•"/>
              <a:defRPr sz="2756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867890" y="6479857"/>
            <a:ext cx="4063824" cy="12004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2205"/>
              <a:buNone/>
              <a:defRPr sz="2205"/>
            </a:lvl1pPr>
            <a:lvl2pPr indent="-228600" lvl="1" marL="9144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1929"/>
              <a:buNone/>
              <a:defRPr sz="1929"/>
            </a:lvl2pPr>
            <a:lvl3pPr indent="-228600" lvl="2" marL="13716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1654"/>
              <a:buNone/>
              <a:defRPr sz="1654"/>
            </a:lvl3pPr>
            <a:lvl4pPr indent="-228600" lvl="3" marL="18288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1378"/>
              <a:buNone/>
              <a:defRPr sz="1378"/>
            </a:lvl4pPr>
            <a:lvl5pPr indent="-228600" lvl="4" marL="22860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1378"/>
              <a:buNone/>
              <a:defRPr sz="1378"/>
            </a:lvl5pPr>
            <a:lvl6pPr indent="-228600" lvl="5" marL="27432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1378"/>
              <a:buNone/>
              <a:defRPr sz="1378"/>
            </a:lvl6pPr>
            <a:lvl7pPr indent="-228600" lvl="6" marL="32004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1378"/>
              <a:buNone/>
              <a:defRPr sz="1378"/>
            </a:lvl7pPr>
            <a:lvl8pPr indent="-228600" lvl="7" marL="36576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1378"/>
              <a:buNone/>
              <a:defRPr sz="1378"/>
            </a:lvl8pPr>
            <a:lvl9pPr indent="-228600" lvl="8" marL="41148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1378"/>
              <a:buNone/>
              <a:defRPr sz="1378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866249" y="20019564"/>
            <a:ext cx="2834997" cy="1149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4173746" y="20019564"/>
            <a:ext cx="4252496" cy="1149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8898742" y="20019564"/>
            <a:ext cx="2834997" cy="1149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圖片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867890" y="1439968"/>
            <a:ext cx="4063824" cy="503988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10"/>
              <a:buFont typeface="Calibri"/>
              <a:buNone/>
              <a:defRPr sz="441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5356636" y="3109937"/>
            <a:ext cx="6378744" cy="15349662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67890" y="6479857"/>
            <a:ext cx="4063824" cy="12004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2205"/>
              <a:buNone/>
              <a:defRPr sz="2205"/>
            </a:lvl1pPr>
            <a:lvl2pPr indent="-228600" lvl="1" marL="9144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1929"/>
              <a:buNone/>
              <a:defRPr sz="1929"/>
            </a:lvl2pPr>
            <a:lvl3pPr indent="-228600" lvl="2" marL="13716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1654"/>
              <a:buNone/>
              <a:defRPr sz="1654"/>
            </a:lvl3pPr>
            <a:lvl4pPr indent="-228600" lvl="3" marL="18288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1378"/>
              <a:buNone/>
              <a:defRPr sz="1378"/>
            </a:lvl4pPr>
            <a:lvl5pPr indent="-228600" lvl="4" marL="22860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1378"/>
              <a:buNone/>
              <a:defRPr sz="1378"/>
            </a:lvl5pPr>
            <a:lvl6pPr indent="-228600" lvl="5" marL="27432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1378"/>
              <a:buNone/>
              <a:defRPr sz="1378"/>
            </a:lvl6pPr>
            <a:lvl7pPr indent="-228600" lvl="6" marL="32004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1378"/>
              <a:buNone/>
              <a:defRPr sz="1378"/>
            </a:lvl7pPr>
            <a:lvl8pPr indent="-228600" lvl="7" marL="36576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1378"/>
              <a:buNone/>
              <a:defRPr sz="1378"/>
            </a:lvl8pPr>
            <a:lvl9pPr indent="-228600" lvl="8" marL="41148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1378"/>
              <a:buNone/>
              <a:defRPr sz="1378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866249" y="20019564"/>
            <a:ext cx="2834997" cy="1149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4173746" y="20019564"/>
            <a:ext cx="4252496" cy="1149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8898742" y="20019564"/>
            <a:ext cx="2834997" cy="1149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866249" y="1149979"/>
            <a:ext cx="10867490" cy="4174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-552356" y="7168479"/>
            <a:ext cx="13704700" cy="10867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866249" y="20019564"/>
            <a:ext cx="2834997" cy="1149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4173746" y="20019564"/>
            <a:ext cx="4252496" cy="1149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8898742" y="20019564"/>
            <a:ext cx="2834997" cy="1149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1223004" y="8943839"/>
            <a:ext cx="18304599" cy="2716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-4289491" y="6305716"/>
            <a:ext cx="18304599" cy="7993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866249" y="20019564"/>
            <a:ext cx="2834997" cy="1149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4173746" y="20019564"/>
            <a:ext cx="4252496" cy="1149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8898742" y="20019564"/>
            <a:ext cx="2834997" cy="1149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866249" y="1149979"/>
            <a:ext cx="10867490" cy="4174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63"/>
              <a:buFont typeface="Calibri"/>
              <a:buNone/>
              <a:defRPr b="0" i="0" sz="606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866249" y="5749874"/>
            <a:ext cx="10867490" cy="137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73583" lvl="0" marL="457200" marR="0" rtl="0" algn="l">
              <a:lnSpc>
                <a:spcPct val="90000"/>
              </a:lnSpc>
              <a:spcBef>
                <a:spcPts val="1378"/>
              </a:spcBef>
              <a:spcAft>
                <a:spcPts val="0"/>
              </a:spcAft>
              <a:buClr>
                <a:schemeClr val="dk1"/>
              </a:buClr>
              <a:buSzPts val="3858"/>
              <a:buFont typeface="Arial"/>
              <a:buChar char="•"/>
              <a:defRPr b="0" i="0" sz="38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38594" lvl="1" marL="914400" marR="0" rtl="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3307"/>
              <a:buFont typeface="Arial"/>
              <a:buChar char="•"/>
              <a:defRPr b="0" i="0" sz="330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03606" lvl="2" marL="1371600" marR="0" rtl="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2756"/>
              <a:buFont typeface="Arial"/>
              <a:buChar char="•"/>
              <a:defRPr b="0" i="0" sz="275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6080" lvl="3" marL="1828800" marR="0" rtl="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2480"/>
              <a:buFont typeface="Arial"/>
              <a:buChar char="•"/>
              <a:defRPr b="0" i="0" sz="24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6079" lvl="4" marL="2286000" marR="0" rtl="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2480"/>
              <a:buFont typeface="Arial"/>
              <a:buChar char="•"/>
              <a:defRPr b="0" i="0" sz="24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86079" lvl="5" marL="2743200" marR="0" rtl="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2480"/>
              <a:buFont typeface="Arial"/>
              <a:buChar char="•"/>
              <a:defRPr b="0" i="0" sz="24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6079" lvl="6" marL="3200400" marR="0" rtl="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2480"/>
              <a:buFont typeface="Arial"/>
              <a:buChar char="•"/>
              <a:defRPr b="0" i="0" sz="24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6079" lvl="7" marL="3657600" marR="0" rtl="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2480"/>
              <a:buFont typeface="Arial"/>
              <a:buChar char="•"/>
              <a:defRPr b="0" i="0" sz="24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6079" lvl="8" marL="4114800" marR="0" rtl="0" algn="l">
              <a:lnSpc>
                <a:spcPct val="90000"/>
              </a:lnSpc>
              <a:spcBef>
                <a:spcPts val="689"/>
              </a:spcBef>
              <a:spcAft>
                <a:spcPts val="0"/>
              </a:spcAft>
              <a:buClr>
                <a:schemeClr val="dk1"/>
              </a:buClr>
              <a:buSzPts val="2480"/>
              <a:buFont typeface="Arial"/>
              <a:buChar char="•"/>
              <a:defRPr b="0" i="0" sz="24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866249" y="20019564"/>
            <a:ext cx="2834997" cy="1149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5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4173746" y="20019564"/>
            <a:ext cx="4252496" cy="1149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5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898742" y="20019564"/>
            <a:ext cx="2834997" cy="1149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5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5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5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5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5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5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5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5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54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 rot="5400000">
            <a:off x="-158184" y="5888855"/>
            <a:ext cx="12916356" cy="7879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TW" sz="250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敏實科大</a:t>
            </a:r>
            <a:endParaRPr b="1" sz="25000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50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歡迎您</a:t>
            </a:r>
            <a:endParaRPr/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1578" y="18836641"/>
            <a:ext cx="7996251" cy="21190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 佈景主題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2022-08-29T08:51:34Z</dcterms:created>
  <dc:creator>李祥鉞</dc:creator>
</cp:coreProperties>
</file>