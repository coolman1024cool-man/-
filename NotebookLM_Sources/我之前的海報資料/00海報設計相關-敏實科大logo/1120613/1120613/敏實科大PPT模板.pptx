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8" roundtripDataSignature="AMtx7mj9LfMgrb42Ijbm1aDGdknvktPY0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497998" y="5815225"/>
            <a:ext cx="1119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36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科技大學如何轉型的經驗分析        </a:t>
            </a:r>
            <a:r>
              <a:rPr b="1" i="0" lang="zh-TW" sz="3600" u="none" cap="none" strike="noStrik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2023.0</a:t>
            </a:r>
            <a:r>
              <a:rPr b="1" lang="zh-TW" sz="36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r>
              <a:rPr b="1" i="0" lang="zh-TW" sz="3600" u="none" cap="none" strike="noStrike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.0</a:t>
            </a:r>
            <a:r>
              <a:rPr b="1" lang="zh-TW" sz="3600">
                <a:solidFill>
                  <a:srgbClr val="3F3F3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 b="1" sz="3600">
              <a:solidFill>
                <a:srgbClr val="3F3F3F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</p:txBody>
      </p:sp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9968" y="4654996"/>
            <a:ext cx="9832063" cy="919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153" y="201496"/>
            <a:ext cx="4646646" cy="432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2020-03-11T10:01:43Z</dcterms:created>
  <dc:creator>Kelly Hung</dc:creator>
</cp:coreProperties>
</file>