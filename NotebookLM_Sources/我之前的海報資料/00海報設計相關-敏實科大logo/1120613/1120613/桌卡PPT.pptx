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59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22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05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83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826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25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9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33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766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080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29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093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70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3BE25-2853-49AC-92A6-25D4EEE7E524}" type="datetimeFigureOut">
              <a:rPr lang="zh-TW" altLang="en-US" smtClean="0"/>
              <a:t>2023/2/20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62465-003B-43E6-A6E3-CF2546565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168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F1C97F3C-F6AC-4258-BAA5-254FCB5555BD}"/>
              </a:ext>
            </a:extLst>
          </p:cNvPr>
          <p:cNvSpPr txBox="1"/>
          <p:nvPr/>
        </p:nvSpPr>
        <p:spPr>
          <a:xfrm>
            <a:off x="3673585" y="9530145"/>
            <a:ext cx="294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智車系主任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6591135-49DB-4788-9451-6107C56BFF0A}"/>
              </a:ext>
            </a:extLst>
          </p:cNvPr>
          <p:cNvSpPr txBox="1"/>
          <p:nvPr/>
        </p:nvSpPr>
        <p:spPr>
          <a:xfrm>
            <a:off x="2887627" y="8049606"/>
            <a:ext cx="403187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0" b="1" dirty="0">
                <a:solidFill>
                  <a:srgbClr val="14599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曾慶祺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2D32AC5-3199-457A-BF87-5B7D3AC7EB51}"/>
              </a:ext>
            </a:extLst>
          </p:cNvPr>
          <p:cNvSpPr txBox="1"/>
          <p:nvPr/>
        </p:nvSpPr>
        <p:spPr>
          <a:xfrm rot="10800000">
            <a:off x="833613" y="5543263"/>
            <a:ext cx="294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智車系主任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FAADC81-7F75-40B6-8B72-E86B7D7E1A66}"/>
              </a:ext>
            </a:extLst>
          </p:cNvPr>
          <p:cNvSpPr txBox="1"/>
          <p:nvPr/>
        </p:nvSpPr>
        <p:spPr>
          <a:xfrm rot="10800000">
            <a:off x="542612" y="6065183"/>
            <a:ext cx="403187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0" b="1" dirty="0">
                <a:solidFill>
                  <a:srgbClr val="14599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曾慶祺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89E582E-7609-4607-BB39-938F73225627}"/>
              </a:ext>
            </a:extLst>
          </p:cNvPr>
          <p:cNvSpPr txBox="1"/>
          <p:nvPr/>
        </p:nvSpPr>
        <p:spPr>
          <a:xfrm>
            <a:off x="4106626" y="4584040"/>
            <a:ext cx="1825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IR</a:t>
            </a:r>
            <a:r>
              <a:rPr lang="zh-TW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執秘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C5040E7-4036-4591-8AC7-61F9D3105563}"/>
              </a:ext>
            </a:extLst>
          </p:cNvPr>
          <p:cNvSpPr txBox="1"/>
          <p:nvPr/>
        </p:nvSpPr>
        <p:spPr>
          <a:xfrm>
            <a:off x="2887627" y="3103501"/>
            <a:ext cx="403187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0" b="1" dirty="0">
                <a:solidFill>
                  <a:srgbClr val="14599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梁瑞閔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706BFE6-D72C-40EA-880A-58149F8E40E0}"/>
              </a:ext>
            </a:extLst>
          </p:cNvPr>
          <p:cNvSpPr txBox="1"/>
          <p:nvPr/>
        </p:nvSpPr>
        <p:spPr>
          <a:xfrm rot="10800000">
            <a:off x="1596979" y="597157"/>
            <a:ext cx="174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IR</a:t>
            </a:r>
            <a:r>
              <a:rPr lang="zh-TW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執秘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4C60DCC-BDA0-4817-B3A1-E19E250AD2CA}"/>
              </a:ext>
            </a:extLst>
          </p:cNvPr>
          <p:cNvSpPr txBox="1"/>
          <p:nvPr/>
        </p:nvSpPr>
        <p:spPr>
          <a:xfrm rot="10800000">
            <a:off x="542612" y="1119078"/>
            <a:ext cx="403187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0" b="1" dirty="0">
                <a:solidFill>
                  <a:srgbClr val="14599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梁瑞閔</a:t>
            </a:r>
          </a:p>
        </p:txBody>
      </p:sp>
    </p:spTree>
    <p:extLst>
      <p:ext uri="{BB962C8B-B14F-4D97-AF65-F5344CB8AC3E}">
        <p14:creationId xmlns:p14="http://schemas.microsoft.com/office/powerpoint/2010/main" val="2458808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3554</TotalTime>
  <Words>20</Words>
  <Application>Microsoft Office PowerPoint</Application>
  <PresentationFormat>自訂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李祥鉞</dc:creator>
  <cp:lastModifiedBy>李祥鉞</cp:lastModifiedBy>
  <cp:revision>14</cp:revision>
  <cp:lastPrinted>2022-06-05T23:49:57Z</cp:lastPrinted>
  <dcterms:created xsi:type="dcterms:W3CDTF">2022-06-02T06:42:22Z</dcterms:created>
  <dcterms:modified xsi:type="dcterms:W3CDTF">2023-02-20T02:36:47Z</dcterms:modified>
</cp:coreProperties>
</file>