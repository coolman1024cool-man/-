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10691800" cx="7559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" roundtripDataSignature="AMtx7miGMv5tg/40jMSrixGs+VurF9rL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66976" y="1749795"/>
            <a:ext cx="6425724" cy="3722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60"/>
              <a:buFont typeface="Calibri"/>
              <a:buNone/>
              <a:defRPr sz="49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944960" y="5615678"/>
            <a:ext cx="5669756" cy="2581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1pPr>
            <a:lvl2pPr lvl="1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None/>
              <a:defRPr sz="1653"/>
            </a:lvl2pPr>
            <a:lvl3pPr lvl="2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None/>
              <a:defRPr sz="1488"/>
            </a:lvl3pPr>
            <a:lvl4pPr lvl="3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4pPr>
            <a:lvl5pPr lvl="4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5pPr>
            <a:lvl6pPr lvl="5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6pPr>
            <a:lvl7pPr lvl="6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7pPr>
            <a:lvl8pPr lvl="7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8pPr>
            <a:lvl9pPr lvl="8" algn="ctr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15791" y="2665532"/>
            <a:ext cx="6520220" cy="44474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60"/>
              <a:buFont typeface="Calibri"/>
              <a:buNone/>
              <a:defRPr sz="49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515791" y="7155103"/>
            <a:ext cx="6520220" cy="2338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653"/>
              <a:buNone/>
              <a:defRPr sz="1653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488"/>
              <a:buNone/>
              <a:defRPr sz="1488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rgbClr val="888888"/>
              </a:buClr>
              <a:buSzPts val="1323"/>
              <a:buNone/>
              <a:defRPr sz="132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519728" y="2846200"/>
            <a:ext cx="3212862" cy="6783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827085" y="2846200"/>
            <a:ext cx="3212862" cy="6783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520712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520713" y="2620980"/>
            <a:ext cx="3198096" cy="12845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None/>
              <a:defRPr b="1" sz="1653"/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None/>
              <a:defRPr b="1" sz="1488"/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520713" y="3905482"/>
            <a:ext cx="3198096" cy="574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827086" y="2620980"/>
            <a:ext cx="3213847" cy="12845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None/>
              <a:defRPr b="1" sz="1653"/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None/>
              <a:defRPr b="1" sz="1488"/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b="1" sz="1323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827086" y="3905482"/>
            <a:ext cx="3213847" cy="574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5"/>
              <a:buFont typeface="Calibri"/>
              <a:buNone/>
              <a:defRPr sz="264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6557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5"/>
              <a:buChar char="•"/>
              <a:defRPr sz="2645"/>
            </a:lvl1pPr>
            <a:lvl2pPr indent="-375602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2pPr>
            <a:lvl3pPr indent="-354583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Char char="•"/>
              <a:defRPr sz="1984"/>
            </a:lvl3pPr>
            <a:lvl4pPr indent="-333565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Char char="•"/>
              <a:defRPr sz="1653"/>
            </a:lvl4pPr>
            <a:lvl5pPr indent="-333565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Char char="•"/>
              <a:defRPr sz="1653"/>
            </a:lvl5pPr>
            <a:lvl6pPr indent="-333565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Char char="•"/>
              <a:defRPr sz="1653"/>
            </a:lvl6pPr>
            <a:lvl7pPr indent="-333565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Char char="•"/>
              <a:defRPr sz="1653"/>
            </a:lvl7pPr>
            <a:lvl8pPr indent="-333565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Char char="•"/>
              <a:defRPr sz="1653"/>
            </a:lvl8pPr>
            <a:lvl9pPr indent="-333565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Char char="•"/>
              <a:defRPr sz="1653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157"/>
              <a:buNone/>
              <a:defRPr sz="1157"/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992"/>
              <a:buNone/>
              <a:defRPr sz="992"/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5"/>
              <a:buFont typeface="Calibri"/>
              <a:buNone/>
              <a:defRPr sz="264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1pPr>
            <a:lvl2pPr indent="-2286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157"/>
              <a:buNone/>
              <a:defRPr sz="1157"/>
            </a:lvl2pPr>
            <a:lvl3pPr indent="-2286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992"/>
              <a:buNone/>
              <a:defRPr sz="992"/>
            </a:lvl3pPr>
            <a:lvl4pPr indent="-2286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4pPr>
            <a:lvl5pPr indent="-2286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5pPr>
            <a:lvl6pPr indent="-2286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6pPr>
            <a:lvl7pPr indent="-2286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7pPr>
            <a:lvl8pPr indent="-2286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8pPr>
            <a:lvl9pPr indent="-2286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827"/>
              <a:buNone/>
              <a:defRPr sz="827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87910" y="2978019"/>
            <a:ext cx="6783857" cy="652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694512" y="4284621"/>
            <a:ext cx="9060817" cy="1630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612846" y="2701814"/>
            <a:ext cx="9060817" cy="479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Calibri"/>
              <a:buNone/>
              <a:defRPr b="0" i="0" sz="36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5602" lvl="0" marL="4572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b="0" i="0" sz="23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4583" lvl="1" marL="9144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3565" lvl="2" marL="13716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653"/>
              <a:buFont typeface="Arial"/>
              <a:buChar char="•"/>
              <a:defRPr b="0" i="0" sz="165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088" lvl="3" marL="18288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088" lvl="4" marL="22860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088" lvl="5" marL="27432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088" lvl="6" marL="32004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088" lvl="7" marL="36576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088" lvl="8" marL="4114800" marR="0" rtl="0" algn="l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1488"/>
              <a:buFont typeface="Arial"/>
              <a:buChar char="•"/>
              <a:def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9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09738" y="1197735"/>
            <a:ext cx="6340200" cy="72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8000" u="none" cap="none" strike="noStrike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敏實科技大學</a:t>
            </a:r>
            <a:endParaRPr b="1" i="0" sz="8000" u="none" cap="none" strike="noStrike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8000" u="none" cap="none" strike="noStrike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半導體產業</a:t>
            </a:r>
            <a:endParaRPr b="1" i="0" sz="8000" u="none" cap="none" strike="noStrike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8000" u="none" cap="none" strike="noStrike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人才培育學程</a:t>
            </a:r>
            <a:endParaRPr b="1" i="0" sz="8000" u="none" cap="none" strike="noStrike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日期：111.09.12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時間：12：00-13：00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地點：綜一館2樓智慧量測實驗室</a:t>
            </a:r>
            <a:endParaRPr b="1" i="0" sz="32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主辦單位：智慧製造工程系</a:t>
            </a:r>
            <a:endParaRPr b="1" i="0" sz="32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計畫主持人：林文燦院長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698" y="9404995"/>
            <a:ext cx="3644721" cy="96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2022-12-01T03:45:41Z</dcterms:created>
  <dc:creator>李祥鉞</dc:creator>
</cp:coreProperties>
</file>