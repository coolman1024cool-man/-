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B87"/>
                </a:solidFill>
                <a:latin typeface="標楷體"/>
              </a:rPr>
              <a:t>敏實科技大學 AI與ESG產業趨勢講座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46480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5100"/>
                </a:solidFill>
                <a:latin typeface="標楷體"/>
              </a:rPr>
              <a:t>🎤 主講人 / Speaker</a:t>
            </a:r>
          </a:p>
          <a:p>
            <a:r>
              <a:rPr sz="2000" b="1">
                <a:solidFill>
                  <a:srgbClr val="222222"/>
                </a:solidFill>
                <a:latin typeface="標楷體"/>
              </a:rPr>
              <a:t>黃世忠 前副總 / SGS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646480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標楷體"/>
              </a:rPr>
              <a:t>📅 活動時間：115年3月16日 (一) 13:30 - 15:30</a:t>
            </a:r>
          </a:p>
          <a:p>
            <a:r>
              <a:rPr sz="1600" b="1">
                <a:latin typeface="標楷體"/>
              </a:rPr>
              <a:t>📍 活動地點：敏實科大 學院樓3樓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492240"/>
            <a:ext cx="646480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4B87"/>
                </a:solidFill>
                <a:latin typeface="標楷體"/>
              </a:rPr>
              <a:t>💡 講座亮點與精彩內容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掌握前瞻 AI 技術在產學領域的實務應用與未來趨勢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深入解析 ESG 碳中和與永續發展的關鍵推動策略</a:t>
            </a:r>
          </a:p>
          <a:p>
            <a:r>
              <a:rPr sz="1400">
                <a:solidFill>
                  <a:srgbClr val="222222"/>
                </a:solidFill>
                <a:latin typeface="標楷體"/>
              </a:rPr>
              <a:t>• 現場開放 Q&amp;A 互動問答與跨領域交流對談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標楷體"/>
              </a:rPr>
              <a:t>指導單位：教育部 │ 執行單位：敏實科技大學 USR實踐中心
聯絡方式：邱專員 (分機1234)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