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2458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66476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B87"/>
                </a:solidFill>
                <a:latin typeface="微軟正黑體"/>
              </a:rPr>
              <a:t>數據科技示範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6464808" cy="1645920"/>
          </a:xfrm>
          <a:prstGeom prst="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97A7"/>
                </a:solidFill>
                <a:latin typeface="微軟正黑體"/>
              </a:rPr>
              <a:t>🎤 主講人 / Speaker</a:t>
            </a:r>
          </a:p>
          <a:p>
            <a:r>
              <a:rPr sz="2000" b="1">
                <a:solidFill>
                  <a:srgbClr val="222222"/>
                </a:solidFill>
                <a:latin typeface="微軟正黑體"/>
              </a:rPr>
              <a:t>張教授 / 敏實科技大學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97680"/>
            <a:ext cx="6464808" cy="2011680"/>
          </a:xfrm>
          <a:prstGeom prst="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latin typeface="微軟正黑體"/>
              </a:rPr>
              <a:t>📅 活動時間：115年9月15日 (三) 10:00 - 12:00</a:t>
            </a:r>
          </a:p>
          <a:p>
            <a:r>
              <a:rPr sz="1600" b="1">
                <a:latin typeface="微軟正黑體"/>
              </a:rPr>
              <a:t>📍 活動地點：敏實科技大學 大華樓5樓國際會議廳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6464808" cy="2926080"/>
          </a:xfrm>
          <a:prstGeom prst="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4B87"/>
                </a:solidFill>
                <a:latin typeface="微軟正黑體"/>
              </a:rPr>
              <a:t>💡 講座亮點與精彩內容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774936"/>
            <a:ext cx="7562088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</a:rPr>
              <a:t>指導單位：教育部 │ 執行單位：敏實科技大學 USR 實踐中心
聯絡方式：邱專員 (分機 1234 / email: usr@mitust.edu.tw)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