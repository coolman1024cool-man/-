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4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458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6476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4B87"/>
                </a:solidFill>
                <a:latin typeface="標楷體"/>
              </a:rPr>
              <a:t>計畫2 AI技術應用在農業領域合作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317296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4B87"/>
                </a:solidFill>
                <a:latin typeface="標楷體"/>
              </a:rPr>
              <a:t>📌 問題意識與目標</a:t>
            </a:r>
          </a:p>
          <a:p>
            <a:r>
              <a:rPr sz="1200">
                <a:solidFill>
                  <a:srgbClr val="222222"/>
                </a:solidFill>
                <a:latin typeface="標楷體"/>
              </a:rPr>
              <a:t>開辦微學分課程與平台建置，提升在地連結與社會參與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2468880"/>
            <a:ext cx="317296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4B87"/>
                </a:solidFill>
                <a:latin typeface="標楷體"/>
              </a:rPr>
              <a:t>🛠️ 執行重點與方法</a:t>
            </a:r>
          </a:p>
          <a:p>
            <a:r>
              <a:rPr sz="1200">
                <a:solidFill>
                  <a:srgbClr val="222222"/>
                </a:solidFill>
                <a:latin typeface="標楷體"/>
              </a:rPr>
              <a:t>聚焦智慧農業與ESG，結合技術與社會責任實踐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669280"/>
            <a:ext cx="317296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4B87"/>
                </a:solidFill>
                <a:latin typeface="標楷體"/>
              </a:rPr>
              <a:t>🌱 社會效益與影響</a:t>
            </a:r>
          </a:p>
          <a:p>
            <a:r>
              <a:rPr sz="1200">
                <a:solidFill>
                  <a:srgbClr val="222222"/>
                </a:solidFill>
                <a:latin typeface="標楷體"/>
              </a:rPr>
              <a:t>透過平台紀錄合作場域交流，無國界分享達成宣傳目標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5669280"/>
            <a:ext cx="3172968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004B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04B87"/>
                </a:solidFill>
                <a:latin typeface="標楷體"/>
              </a:rPr>
              <a:t>🏆 成果亮點與SDGs</a:t>
            </a:r>
          </a:p>
          <a:p>
            <a:r>
              <a:rPr sz="1200">
                <a:solidFill>
                  <a:srgbClr val="222222"/>
                </a:solidFill>
                <a:latin typeface="標楷體"/>
              </a:rPr>
              <a:t>符合作業要點，推進4優質教育、9產業創新與13氣候行動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標楷體"/>
              </a:rPr>
              <a:t>指導單位：教育部 │ 執行單位：敏實科技大學 USR實踐中心
聯絡方式：邱專員 (分機1234)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