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in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2245847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664768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80E4F"/>
                </a:solidFill>
                <a:latin typeface="標楷體"/>
              </a:rPr>
              <a:t>大師開講示範</a:t>
            </a:r>
          </a:p>
        </p:txBody>
      </p:sp>
      <p:sp>
        <p:nvSpPr>
          <p:cNvPr id="5" name="Oval 4"/>
          <p:cNvSpPr/>
          <p:nvPr/>
        </p:nvSpPr>
        <p:spPr>
          <a:xfrm>
            <a:off x="2404872" y="2286000"/>
            <a:ext cx="2743200" cy="2743200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latin typeface="標楷體"/>
              </a:rPr>
              <a:t>(照片置換區)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3271" y="5303520"/>
            <a:ext cx="5486400" cy="1371600"/>
          </a:xfrm>
          <a:prstGeom prst="roundRect">
            <a:avLst/>
          </a:prstGeom>
          <a:solidFill>
            <a:srgbClr val="880E4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標楷體"/>
              </a:rPr>
              <a:t>張教授 / 敏實科技大學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858000"/>
            <a:ext cx="5733288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880E4F"/>
                </a:solidFill>
                <a:latin typeface="標楷體"/>
              </a:rPr>
              <a:t>時間：115年9月15日 (三) 10:00 - 12:00
地點：敏實科技大學 大華樓5樓國際會議廳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774936"/>
            <a:ext cx="7562088" cy="914400"/>
          </a:xfrm>
          <a:prstGeom prst="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標楷體"/>
              </a:rPr>
              <a:t>指導單位：教育部 │ 執行單位：敏實科技大學 USR 實踐中心
聯絡方式：邱專員 (分機 1234 / email: usr@mitust.edu.tw)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