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in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65760"/>
            <a:ext cx="2245847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188720"/>
            <a:ext cx="664768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4B87"/>
                </a:solidFill>
                <a:latin typeface="標楷體"/>
              </a:rPr>
              <a:t>熱烈歡迎 115年品質獎第二次自評委員</a:t>
            </a:r>
          </a:p>
          <a:p>
            <a:pPr algn="ctr"/>
            <a:r>
              <a:rPr sz="1800">
                <a:solidFill>
                  <a:srgbClr val="E65100"/>
                </a:solidFill>
                <a:latin typeface="標楷體"/>
              </a:rPr>
              <a:t>蒞臨敏實科技大學 指導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468880"/>
            <a:ext cx="6464808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004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E65100"/>
                </a:solidFill>
                <a:latin typeface="標楷體"/>
              </a:rPr>
              <a:t>🎤 主講人 / Speaker</a:t>
            </a:r>
          </a:p>
          <a:p>
            <a:r>
              <a:rPr sz="2000" b="1">
                <a:solidFill>
                  <a:srgbClr val="222222"/>
                </a:solidFill>
                <a:latin typeface="標楷體"/>
              </a:rPr>
              <a:t>自評委員：吳英志 委員、楊錦洲 委員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297680"/>
            <a:ext cx="6464808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004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latin typeface="標楷體"/>
              </a:rPr>
              <a:t>📅 活動時間：115年9月1日 (二) 10:00 - 15:00</a:t>
            </a:r>
          </a:p>
          <a:p>
            <a:r>
              <a:rPr sz="1600" b="1">
                <a:latin typeface="標楷體"/>
              </a:rPr>
              <a:t>📍 活動地點：圖書館2樓會議室 / 定一樓 / 綜一館 / 大華樓5樓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6492240"/>
            <a:ext cx="6464808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004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04B87"/>
                </a:solidFill>
                <a:latin typeface="標楷體"/>
              </a:rPr>
              <a:t>💡 講座亮點與精彩內容</a:t>
            </a:r>
          </a:p>
          <a:p>
            <a:r>
              <a:rPr sz="1400">
                <a:solidFill>
                  <a:srgbClr val="222222"/>
                </a:solidFill>
                <a:latin typeface="標楷體"/>
              </a:rPr>
              <a:t>• 掌握前瞻 AI 技術在產學領域的實務應用與未來趨勢</a:t>
            </a:r>
          </a:p>
          <a:p>
            <a:r>
              <a:rPr sz="1400">
                <a:solidFill>
                  <a:srgbClr val="222222"/>
                </a:solidFill>
                <a:latin typeface="標楷體"/>
              </a:rPr>
              <a:t>• 深入解析 ESG 碳中和與永續發展的關鍵推動策略</a:t>
            </a:r>
          </a:p>
          <a:p>
            <a:r>
              <a:rPr sz="1400">
                <a:solidFill>
                  <a:srgbClr val="222222"/>
                </a:solidFill>
                <a:latin typeface="標楷體"/>
              </a:rPr>
              <a:t>• 現場開放 Q&amp;A 互動問答與跨領域交流對談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9774936"/>
            <a:ext cx="7562088" cy="91440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標楷體"/>
              </a:rPr>
              <a:t>指導單位：金屬中心 │ 協辦單位：胡昌明副處長、謝松良工程師、楊家瑋管理師 │ 執行單位：敏實科技大學
聯絡方式：專線分機 1234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