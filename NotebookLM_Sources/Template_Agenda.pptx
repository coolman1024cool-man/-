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474F"/>
                </a:solidFill>
                <a:latin typeface="微軟正黑體"/>
              </a:rPr>
              <a:t>工作坊日程示範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64768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latin typeface="微軟正黑體"/>
              </a:rPr>
              <a:t>時間：115年9月15日 (三) 10:00 - 12:00 | 地點：敏實科技大學 大華樓5樓國際會議廳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664768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96"/>
                <a:gridCol w="2215896"/>
                <a:gridCol w="2215896"/>
              </a:tblGrid>
              <a:tr h="9144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微軟正黑體"/>
                        </a:rPr>
                        <a:t>時間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微軟正黑體"/>
                        </a:rPr>
                        <a:t>課程單元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微軟正黑體"/>
                        </a:rPr>
                        <a:t>講師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09:30 - 10:00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報到與開場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主持人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10:00 - 12:00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主題演講上半場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張教授 / 敏實科技大學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12:00 - 13:00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午餐休息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-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13:00 - 16:00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實作工作坊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微軟正黑體"/>
                        </a:rPr>
                        <a:t>張教授 / 敏實科技大學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