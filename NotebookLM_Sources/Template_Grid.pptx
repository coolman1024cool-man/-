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24242"/>
                </a:solidFill>
                <a:latin typeface="微軟正黑體"/>
              </a:rPr>
              <a:t>成果展板示範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17296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24242"/>
                </a:solidFill>
                <a:latin typeface="微軟正黑體"/>
              </a:rPr>
              <a:t>📌 模塊一</a:t>
            </a:r>
          </a:p>
          <a:p>
            <a:r>
              <a:rPr sz="1200">
                <a:latin typeface="微軟正黑體"/>
              </a:rPr>
              <a:t>專題簡介與目標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468880"/>
            <a:ext cx="317296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24242"/>
                </a:solidFill>
                <a:latin typeface="微軟正黑體"/>
              </a:rPr>
              <a:t>🛠️ 模塊二</a:t>
            </a:r>
          </a:p>
          <a:p>
            <a:r>
              <a:rPr sz="1200">
                <a:latin typeface="微軟正黑體"/>
              </a:rPr>
              <a:t>執行重點與方法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317296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24242"/>
                </a:solidFill>
                <a:latin typeface="微軟正黑體"/>
              </a:rPr>
              <a:t>🌱 模塊三</a:t>
            </a:r>
          </a:p>
          <a:p>
            <a:r>
              <a:rPr sz="1200">
                <a:latin typeface="微軟正黑體"/>
              </a:rPr>
              <a:t>數據與效益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5669280"/>
            <a:ext cx="317296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24242"/>
                </a:solidFill>
                <a:latin typeface="微軟正黑體"/>
              </a:rPr>
              <a:t>🏆 模塊四</a:t>
            </a:r>
          </a:p>
          <a:p>
            <a:r>
              <a:rPr sz="1200">
                <a:latin typeface="微軟正黑體"/>
              </a:rPr>
              <a:t>成果亮點與SDGs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</a:rPr>
              <a:t>指導單位：教育部 │ 執行單位：敏實科技大學 USR 實踐中心
聯絡方式：邱專員 (分機 1234 / email: usr@mitust.edu.tw)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